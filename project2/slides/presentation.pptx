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1550194"/>
            <a:ext cx="445364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 Processing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0350" y="2469505"/>
            <a:ext cx="60960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0350" y="2761506"/>
            <a:ext cx="4453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Claim Management with REST, SOAP, gRPC &amp; GraphQL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0350" y="3345656"/>
            <a:ext cx="4453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 LAKHAL — Nossa IYAMU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0350" y="3561457"/>
            <a:ext cx="4453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CSC8603 — TELECOM SudParis — February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3870" y="0"/>
            <a:ext cx="3660130" cy="5143500"/>
          </a:xfrm>
          <a:prstGeom prst="rect">
            <a:avLst/>
          </a:prstGeom>
          <a:solidFill>
            <a:srgbClr val="0A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02920" y="0"/>
            <a:ext cx="0" cy="514350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7520" y="1670149"/>
            <a:ext cx="2969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00" b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87045" y="1981200"/>
            <a:ext cx="0" cy="17145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3521" y="1981200"/>
            <a:ext cx="28202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87045" y="2279600"/>
            <a:ext cx="0" cy="17145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3521" y="2279600"/>
            <a:ext cx="28202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87045" y="2578001"/>
            <a:ext cx="0" cy="17145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3521" y="2578001"/>
            <a:ext cx="28202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87045" y="2876401"/>
            <a:ext cx="0" cy="17145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3521" y="2876401"/>
            <a:ext cx="28202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87045" y="3174802"/>
            <a:ext cx="0" cy="17145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3521" y="3174802"/>
            <a:ext cx="28202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BPM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31528"/>
            <a:ext cx="3962400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microservices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4 API types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by </a:t>
            </a:r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BPM 2021.2-u0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deployment, shared network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API type chosen for specific technical reasons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3.2.3 · Java 21 · grpc-java 1.62.2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for GraphQL 1.2 · Spring-WS SOAP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031528"/>
            <a:ext cx="3962400" cy="3858071"/>
          </a:xfrm>
          <a:prstGeom prst="roundRect">
            <a:avLst>
              <a:gd name="adj" fmla="val 13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76800" y="1158478"/>
            <a:ext cx="3730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             Port  Type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76800" y="1323529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Bonita BPM           :8080 BPM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876800" y="1463129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claim-submission     :8081 REST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76800" y="1602730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identity-verify      :8082 SOAP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76800" y="1742331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policy-validation    :8083 REST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76800" y="1881932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fraud-detection      :9090 gRPC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76800" y="2021532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          :8084 REST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76800" y="2161133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document-review      :8085 GraphQL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76800" y="2300734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expert-assessment    :8086 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76800" y="2440335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compensation         :8087 REST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76800" y="2579936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payment-auth         :8088 REST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76800" y="2719536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        :8089 REST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76800" y="2859137"/>
            <a:ext cx="3730752" cy="114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claim-tracking       :8090 GraphQL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— 8 Services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31528"/>
            <a:ext cx="3962400" cy="139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3.2.3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Java 21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HTTP verbs: POST to create, GET to read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request/response bodies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3.1 contracts documented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via /actuator/health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031528"/>
            <a:ext cx="3962400" cy="3858071"/>
          </a:xfrm>
          <a:prstGeom prst="roundRect">
            <a:avLst>
              <a:gd name="adj" fmla="val 13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183928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/claims HTTP/1.1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342579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552129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710779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"policyNumber": 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"POL-123456"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1869430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"claimType": 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"AUTO"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2028081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"estimatedAmount": 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8500.00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2186732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"claimantName": 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"Jean Dupont"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2101" y="234538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2101" y="255493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2101" y="271358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{"claimId":"CLM-2024-001",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2101" y="2872234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"status":"SUBMITTED"}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— identity-verification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31528"/>
            <a:ext cx="3962400" cy="139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Spring-WS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WSDL-first contract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format POL-XXXXXX validated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WS-Security capable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SOAP: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typed contract, legacy integration point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VERIFIED or FAILED +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031528"/>
            <a:ext cx="3962400" cy="3858071"/>
          </a:xfrm>
          <a:prstGeom prst="roundRect">
            <a:avLst>
              <a:gd name="adj" fmla="val 13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183928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&lt;SOAP-ENV:Envelope&gt;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342579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&lt;SOAP-ENV:Body&gt;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501229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&lt;tns:verifyIdentityRequest&gt;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659880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&lt;tns:policyNumber&gt;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1818531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POL-123456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1977182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&lt;/tns:policyNumber&gt;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2135832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&lt;tns:claimantName&gt;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2101" y="2294483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Jean Dupont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2101" y="2453134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&lt;/tns:claimantName&gt;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2101" y="2611785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&lt;/tns:verifyIdentityRequest&gt;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2101" y="2770436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&lt;/SOAP-ENV:Body&gt;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02101" y="2929086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&lt;/SOAP-ENV:Envelope&gt;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2101" y="3138636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verificationStatus: VERIFIED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02101" y="3297287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verificationCode: VC-847291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— fraud-detection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31528"/>
            <a:ext cx="3962400" cy="139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grpc-java 1.62.2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Protobuf 3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payload: ~3x smaller than JSON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gRPC: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high-throughput risk scoring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tiers: LOW / MEDIUM / HIGH / CRITICAL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amount over 100k = CRITICAL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031528"/>
            <a:ext cx="3962400" cy="3858071"/>
          </a:xfrm>
          <a:prstGeom prst="roundRect">
            <a:avLst>
              <a:gd name="adj" fmla="val 13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183928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FraudDetectionService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342579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AssessFraudRisk(FraudRequest)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501229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(FraudResponse);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659880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1869430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Amount &gt;100k  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2028081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Amount &gt;50k   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218673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Amount &gt;10k   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2101" y="234538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Otherwise     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2101" y="255493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grpcurl test: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2101" y="271358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grpcurl -plaintext localhost:9090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2101" y="2872234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FraudDetectionService/AssessFraudRisk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— 2 Services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31528"/>
            <a:ext cx="3962400" cy="139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for GraphQL 1.2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document-review :8085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submit/validate docs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claim-tracking :8090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track status history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GraphQL: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flexible status history queries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GraphiQL IDE available at /graphiql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031528"/>
            <a:ext cx="3962400" cy="3858071"/>
          </a:xfrm>
          <a:prstGeom prst="roundRect">
            <a:avLst>
              <a:gd name="adj" fmla="val 13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183928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document-review (port 8085)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368028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 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526679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submitDocument(claimId: "CLM-001",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685330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documentType: POLICE_REPORT)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1843980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status valid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2002631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216128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2101" y="237083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claim-tracking (port 8090)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2101" y="2554932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trackClaim(claimId: "CLM-2024-001") {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2101" y="2713583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currentStatus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2101" y="2872234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statusHistory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02101" y="3030885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timestamp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2101" y="3189536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02101" y="3348186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02101" y="3506837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BPM — Workflow Orchestration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0825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55477"/>
            <a:ext cx="4013299" cy="819150"/>
          </a:xfrm>
          <a:prstGeom prst="roundRect">
            <a:avLst>
              <a:gd name="adj" fmla="val 6202"/>
            </a:avLst>
          </a:prstGeom>
          <a:solidFill>
            <a:srgbClr val="1620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955477"/>
            <a:ext cx="0" cy="81915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1107877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Pool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3001" y="1336477"/>
            <a:ext cx="36921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claim request via message event. Receives final result notification upon process completion.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73650" y="955477"/>
            <a:ext cx="4013299" cy="819150"/>
          </a:xfrm>
          <a:prstGeom prst="roundRect">
            <a:avLst>
              <a:gd name="adj" fmla="val 6202"/>
            </a:avLst>
          </a:prstGeom>
          <a:solidFill>
            <a:srgbClr val="1620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2700" y="955477"/>
            <a:ext cx="0" cy="81915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9450" y="1107877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89450" y="1336477"/>
            <a:ext cx="36921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full 10-step processing pipeline, orchestrating all microservice calls via HTTP connectors.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52327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61877"/>
            <a:ext cx="8229600" cy="774353"/>
          </a:xfrm>
          <a:prstGeom prst="roundRect">
            <a:avLst>
              <a:gd name="adj" fmla="val 6560"/>
            </a:avLst>
          </a:prstGeom>
          <a:solidFill>
            <a:srgbClr val="1620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4901" y="2288828"/>
            <a:ext cx="558850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6402" y="2339578"/>
            <a:ext cx="36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44501" y="2288828"/>
            <a:ext cx="889248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46002" y="2339578"/>
            <a:ext cx="699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Identity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84499" y="2288828"/>
            <a:ext cx="944314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86000" y="2339578"/>
            <a:ext cx="7561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Policy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79564" y="2288828"/>
            <a:ext cx="901750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81065" y="2339578"/>
            <a:ext cx="712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Fraud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2064" y="2288828"/>
            <a:ext cx="1003399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33565" y="2339578"/>
            <a:ext cx="8164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Eligibility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86214" y="2288828"/>
            <a:ext cx="1187648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87714" y="2339578"/>
            <a:ext cx="1004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Documents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24613" y="2288828"/>
            <a:ext cx="1181398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26113" y="2339578"/>
            <a:ext cx="997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Assessment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901" y="2574429"/>
            <a:ext cx="1448395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6402" y="2625179"/>
            <a:ext cx="1270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Compensation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34046" y="2574429"/>
            <a:ext cx="1168747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235547" y="2625179"/>
            <a:ext cx="9850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Payment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53544" y="2574429"/>
            <a:ext cx="1022449" cy="234851"/>
          </a:xfrm>
          <a:prstGeom prst="roundRect">
            <a:avLst>
              <a:gd name="adj" fmla="val 16223"/>
            </a:avLst>
          </a:prstGeom>
          <a:solidFill>
            <a:srgbClr val="1E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55045" y="2625179"/>
            <a:ext cx="835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Customer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06318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gateway: fraud HIGH/CRITICAL triggers manual review path | AND gateway: parallel notification channels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Bonita Connector Configuration (2021.2-u0)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80777"/>
            <a:ext cx="3987850" cy="304800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56977"/>
            <a:ext cx="37567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Connector Output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5577"/>
            <a:ext cx="3987850" cy="3369022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437977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JSON response fields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1596628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(bodyAsObject pattern)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806178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bodyAsObject.claimId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1964829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bodyAsObject.status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2123480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bodyAsObject.eligible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2282130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bodyAsObject.riskLevel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980777"/>
            <a:ext cx="3987850" cy="304800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1350" y="1056977"/>
            <a:ext cx="37567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Connector 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8950" y="1285577"/>
            <a:ext cx="3987850" cy="3369022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651" y="1437977"/>
            <a:ext cx="3705097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org.w3c.dom.*;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76651" y="1596628"/>
            <a:ext cx="3705097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responseDocumentBody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76651" y="1755279"/>
            <a:ext cx="3705097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.normalizeDocument();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76651" y="1913930"/>
            <a:ext cx="3705097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NodeList list =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6651" y="2072580"/>
            <a:ext cx="3705097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responseDocumentBody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6651" y="2231231"/>
            <a:ext cx="3705097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.getElementsByTagNameNS(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6651" y="2389882"/>
            <a:ext cx="3705097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"*", "verificationStatus");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6651" y="2548533"/>
            <a:ext cx="3705097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el = (Element) list.item(0);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6651" y="2707184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el.getTextContent();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6651" y="2865834"/>
            <a:ext cx="3705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returns "VERIFIED" / "FAILED"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8155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type: REST — GET/POST with URL | SOAP — "Webservice SOAP 1.2" from Bonita Marketplace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API Type?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1528"/>
          <a:ext cx="8229600" cy="3807172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 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claim-submission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Simple CRUD, public-facing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identity-verification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E44AD"/>
                          </a:solidFill>
                        </a:rPr>
                        <a:t>SOAP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Typed contract, compliance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fraud-detection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80B9"/>
                          </a:solidFill>
                        </a:rPr>
                        <a:t>gRPC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Performance, binary encoding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document-review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</a:rPr>
                        <a:t>GraphQL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Flexible field selection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claim-tracking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</a:rPr>
                        <a:t>GraphQL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Rich status history graph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6 other services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8D2DC"/>
                          </a:solidFill>
                        </a:rPr>
                        <a:t>Standard HTTP, easy integration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76126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31528"/>
            <a:ext cx="3962400" cy="838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services containerized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checks: /actuator/health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8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network: insurance-claim-network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47280"/>
            <a:ext cx="3962400" cy="529977"/>
          </a:xfrm>
          <a:prstGeom prst="roundRect">
            <a:avLst>
              <a:gd name="adj" fmla="val 9585"/>
            </a:avLst>
          </a:prstGeom>
          <a:solidFill>
            <a:srgbClr val="1620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047280"/>
            <a:ext cx="0" cy="529977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2148780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START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7700" y="2332881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24400" y="1031528"/>
            <a:ext cx="3962400" cy="3858071"/>
          </a:xfrm>
          <a:prstGeom prst="roundRect">
            <a:avLst>
              <a:gd name="adj" fmla="val 131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2101" y="1183928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1342579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claim-submission: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1501229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services/claim-submission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2101" y="1659880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ports: ["8081:8081"]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2101" y="1818531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2101" y="1977182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["CMD","curl","-f",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2101" y="2135832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"http://localhost:8081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02101" y="2294483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/actuator/health"]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2101" y="2453134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02101" y="2611785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insurance-claim-network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02101" y="2821335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02101" y="2979986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insurance-claim-network: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02101" y="3138636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driver: bridge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Each API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50825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30027"/>
            <a:ext cx="4051399" cy="269677"/>
          </a:xfrm>
          <a:prstGeom prst="roundRect">
            <a:avLst>
              <a:gd name="adj" fmla="val 1883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993428"/>
            <a:ext cx="3873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99704"/>
            <a:ext cx="4051399" cy="165928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301204"/>
            <a:ext cx="3873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\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4150" y="1440805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http://localhost:8081/claims \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580406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 "Content-Type: application/json" \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4150" y="1720007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'{"policyNumber":"POL-123456",...}'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5550" y="930027"/>
            <a:ext cx="4051399" cy="269677"/>
          </a:xfrm>
          <a:prstGeom prst="roundRect">
            <a:avLst>
              <a:gd name="adj" fmla="val 1883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0" y="993428"/>
            <a:ext cx="3873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35550" y="1199704"/>
            <a:ext cx="4051399" cy="165928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1301204"/>
            <a:ext cx="3873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\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62500" y="1440805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http://localhost:8082/ws/identity \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62500" y="1580406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 "Content-Type: text/xml" \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62500" y="1720007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'&lt;SOAP-ENV:Envelope&gt;...&lt;/SOAP-ENV:Envelope&gt;'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985939"/>
            <a:ext cx="4051399" cy="269677"/>
          </a:xfrm>
          <a:prstGeom prst="roundRect">
            <a:avLst>
              <a:gd name="adj" fmla="val 1883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4150" y="3049339"/>
            <a:ext cx="3873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55615"/>
            <a:ext cx="4051399" cy="165928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150" y="3357116"/>
            <a:ext cx="3873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grpcurl -plaintext \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4150" y="3496717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'{"claim_id":"CLM-001",...}' \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4150" y="3636318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localhost:9090 \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4150" y="3775918"/>
            <a:ext cx="3873448" cy="11430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FraudDetectionService/AssessFraudRisk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5550" y="2985939"/>
            <a:ext cx="4051399" cy="269677"/>
          </a:xfrm>
          <a:prstGeom prst="roundRect">
            <a:avLst>
              <a:gd name="adj" fmla="val 1883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0" y="3049339"/>
            <a:ext cx="3873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35550" y="3255615"/>
            <a:ext cx="4051399" cy="165928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0" y="3357116"/>
            <a:ext cx="3873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GraphiQL interactive IDE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62500" y="3496717"/>
            <a:ext cx="3873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http://localhost:8085/graphiql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62500" y="3636318"/>
            <a:ext cx="3873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http://localhost:8090/graphiql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476524"/>
            <a:ext cx="76200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61920" y="1870174"/>
            <a:ext cx="34201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91000" y="2879675"/>
            <a:ext cx="76200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65002" y="3222575"/>
            <a:ext cx="24138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 LAKHAL — Nossa IYAMU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62495" y="3524101"/>
            <a:ext cx="2818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CSC8603 · TELECOM SudParis ·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 Processing System</dc:title>
  <dc:subject>PptxGenJS Presentation</dc:subject>
  <dc:creator>Salim LAKHAL, Nossa IYAMU</dc:creator>
  <cp:lastModifiedBy>Salim LAKHAL, Nossa IYAMU</cp:lastModifiedBy>
  <cp:revision>1</cp:revision>
  <dcterms:created xsi:type="dcterms:W3CDTF">2026-02-20T15:08:57Z</dcterms:created>
  <dcterms:modified xsi:type="dcterms:W3CDTF">2026-02-20T15:08:57Z</dcterms:modified>
</cp:coreProperties>
</file>